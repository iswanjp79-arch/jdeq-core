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7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67798-A5FC-4F5E-922E-7B0C323F9DC2}" type="datetimeFigureOut">
              <a:rPr lang="id-ID" smtClean="0"/>
              <a:pPr/>
              <a:t>04/12/2012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625E6-60B9-4CF1-94F3-4EAD870E1AF8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67798-A5FC-4F5E-922E-7B0C323F9DC2}" type="datetimeFigureOut">
              <a:rPr lang="id-ID" smtClean="0"/>
              <a:pPr/>
              <a:t>04/12/2012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625E6-60B9-4CF1-94F3-4EAD870E1AF8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67798-A5FC-4F5E-922E-7B0C323F9DC2}" type="datetimeFigureOut">
              <a:rPr lang="id-ID" smtClean="0"/>
              <a:pPr/>
              <a:t>04/12/2012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625E6-60B9-4CF1-94F3-4EAD870E1AF8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67798-A5FC-4F5E-922E-7B0C323F9DC2}" type="datetimeFigureOut">
              <a:rPr lang="id-ID" smtClean="0"/>
              <a:pPr/>
              <a:t>04/12/2012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625E6-60B9-4CF1-94F3-4EAD870E1AF8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67798-A5FC-4F5E-922E-7B0C323F9DC2}" type="datetimeFigureOut">
              <a:rPr lang="id-ID" smtClean="0"/>
              <a:pPr/>
              <a:t>04/12/2012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625E6-60B9-4CF1-94F3-4EAD870E1AF8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67798-A5FC-4F5E-922E-7B0C323F9DC2}" type="datetimeFigureOut">
              <a:rPr lang="id-ID" smtClean="0"/>
              <a:pPr/>
              <a:t>04/12/2012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625E6-60B9-4CF1-94F3-4EAD870E1AF8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67798-A5FC-4F5E-922E-7B0C323F9DC2}" type="datetimeFigureOut">
              <a:rPr lang="id-ID" smtClean="0"/>
              <a:pPr/>
              <a:t>04/12/2012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625E6-60B9-4CF1-94F3-4EAD870E1AF8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67798-A5FC-4F5E-922E-7B0C323F9DC2}" type="datetimeFigureOut">
              <a:rPr lang="id-ID" smtClean="0"/>
              <a:pPr/>
              <a:t>04/12/2012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625E6-60B9-4CF1-94F3-4EAD870E1AF8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67798-A5FC-4F5E-922E-7B0C323F9DC2}" type="datetimeFigureOut">
              <a:rPr lang="id-ID" smtClean="0"/>
              <a:pPr/>
              <a:t>04/12/2012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625E6-60B9-4CF1-94F3-4EAD870E1AF8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67798-A5FC-4F5E-922E-7B0C323F9DC2}" type="datetimeFigureOut">
              <a:rPr lang="id-ID" smtClean="0"/>
              <a:pPr/>
              <a:t>04/12/2012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625E6-60B9-4CF1-94F3-4EAD870E1AF8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67798-A5FC-4F5E-922E-7B0C323F9DC2}" type="datetimeFigureOut">
              <a:rPr lang="id-ID" smtClean="0"/>
              <a:pPr/>
              <a:t>04/12/2012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625E6-60B9-4CF1-94F3-4EAD870E1AF8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67798-A5FC-4F5E-922E-7B0C323F9DC2}" type="datetimeFigureOut">
              <a:rPr lang="id-ID" smtClean="0"/>
              <a:pPr/>
              <a:t>04/12/2012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8625E6-60B9-4CF1-94F3-4EAD870E1AF8}" type="slidenum">
              <a:rPr lang="id-ID" smtClean="0"/>
              <a:pPr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7572396" y="71414"/>
            <a:ext cx="1428760" cy="1214446"/>
            <a:chOff x="1973" y="1114"/>
            <a:chExt cx="1813" cy="1681"/>
          </a:xfrm>
        </p:grpSpPr>
        <p:pic>
          <p:nvPicPr>
            <p:cNvPr id="5" name="Picture 7"/>
            <p:cNvPicPr>
              <a:picLocks noChangeAspect="1" noChangeArrowheads="1"/>
            </p:cNvPicPr>
            <p:nvPr/>
          </p:nvPicPr>
          <p:blipFill>
            <a:blip r:embed="rId2">
              <a:grayscl/>
            </a:blip>
            <a:srcRect/>
            <a:stretch>
              <a:fillRect/>
            </a:stretch>
          </p:blipFill>
          <p:spPr bwMode="auto">
            <a:xfrm>
              <a:off x="2698" y="1749"/>
              <a:ext cx="1088" cy="10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973" y="1114"/>
              <a:ext cx="1088" cy="10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cxnSp>
        <p:nvCxnSpPr>
          <p:cNvPr id="8" name="Straight Connector 7"/>
          <p:cNvCxnSpPr/>
          <p:nvPr/>
        </p:nvCxnSpPr>
        <p:spPr>
          <a:xfrm>
            <a:off x="142844" y="784206"/>
            <a:ext cx="7715304" cy="1588"/>
          </a:xfrm>
          <a:prstGeom prst="line">
            <a:avLst/>
          </a:prstGeom>
          <a:ln w="12700" cmpd="thickThin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  <a:bevelB w="139700" prst="cross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1438" y="6286520"/>
            <a:ext cx="9001156" cy="428628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tx2">
                  <a:lumMod val="60000"/>
                  <a:lumOff val="40000"/>
                  <a:tint val="23500"/>
                  <a:satMod val="160000"/>
                </a:schemeClr>
              </a:gs>
            </a:gsLst>
            <a:lin ang="5400000" scaled="1"/>
            <a:tileRect/>
          </a:gra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Imprint MT Shadow" pitchFamily="82" charset="0"/>
                <a:cs typeface="David" pitchFamily="34" charset="-79"/>
              </a:rPr>
              <a:t>PT. PAULA JAYA</a:t>
            </a:r>
            <a:endParaRPr lang="id-ID" dirty="0">
              <a:solidFill>
                <a:schemeClr val="tx1">
                  <a:lumMod val="75000"/>
                  <a:lumOff val="25000"/>
                </a:schemeClr>
              </a:solidFill>
              <a:latin typeface="Imprint MT Shadow" pitchFamily="82" charset="0"/>
              <a:cs typeface="David" pitchFamily="34" charset="-79"/>
            </a:endParaRPr>
          </a:p>
        </p:txBody>
      </p:sp>
      <p:pic>
        <p:nvPicPr>
          <p:cNvPr id="1026" name="Picture 2" descr="G:\04. PT. PAULA JAYA\Paula Jaya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72396" y="5429264"/>
            <a:ext cx="1126608" cy="96996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4</cp:revision>
  <dcterms:created xsi:type="dcterms:W3CDTF">2012-12-04T02:54:47Z</dcterms:created>
  <dcterms:modified xsi:type="dcterms:W3CDTF">2012-12-04T03:07:38Z</dcterms:modified>
</cp:coreProperties>
</file>