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9" r:id="rId2"/>
  </p:sldIdLst>
  <p:sldSz cx="9906000" cy="6858000" type="A4"/>
  <p:notesSz cx="6858000" cy="994568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54" autoAdjust="0"/>
  </p:normalViewPr>
  <p:slideViewPr>
    <p:cSldViewPr>
      <p:cViewPr>
        <p:scale>
          <a:sx n="75" d="100"/>
          <a:sy n="75" d="100"/>
        </p:scale>
        <p:origin x="-58" y="152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71800" cy="498386"/>
          </a:xfrm>
          <a:prstGeom prst="rect">
            <a:avLst/>
          </a:prstGeom>
        </p:spPr>
        <p:txBody>
          <a:bodyPr vert="horz" lIns="95008" tIns="47504" rIns="95008" bIns="47504" rtlCol="0"/>
          <a:lstStyle>
            <a:lvl1pPr algn="l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98386"/>
          </a:xfrm>
          <a:prstGeom prst="rect">
            <a:avLst/>
          </a:prstGeom>
        </p:spPr>
        <p:txBody>
          <a:bodyPr vert="horz" lIns="95008" tIns="47504" rIns="95008" bIns="47504" rtlCol="0"/>
          <a:lstStyle>
            <a:lvl1pPr algn="r">
              <a:defRPr sz="1300"/>
            </a:lvl1pPr>
          </a:lstStyle>
          <a:p>
            <a:pPr>
              <a:defRPr/>
            </a:pPr>
            <a:fld id="{09F82046-14A0-41E1-865C-B501271B9715}" type="datetimeFigureOut">
              <a:rPr lang="en-US"/>
              <a:pPr>
                <a:defRPr/>
              </a:pPr>
              <a:t>12/11/2012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744538"/>
            <a:ext cx="538797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08" tIns="47504" rIns="95008" bIns="47504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98"/>
            <a:ext cx="5486400" cy="4475306"/>
          </a:xfrm>
          <a:prstGeom prst="rect">
            <a:avLst/>
          </a:prstGeom>
        </p:spPr>
        <p:txBody>
          <a:bodyPr vert="horz" lIns="95008" tIns="47504" rIns="95008" bIns="47504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5607"/>
            <a:ext cx="2971800" cy="498386"/>
          </a:xfrm>
          <a:prstGeom prst="rect">
            <a:avLst/>
          </a:prstGeom>
        </p:spPr>
        <p:txBody>
          <a:bodyPr vert="horz" lIns="95008" tIns="47504" rIns="95008" bIns="4750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5607"/>
            <a:ext cx="2971800" cy="498386"/>
          </a:xfrm>
          <a:prstGeom prst="rect">
            <a:avLst/>
          </a:prstGeom>
        </p:spPr>
        <p:txBody>
          <a:bodyPr vert="horz" lIns="95008" tIns="47504" rIns="95008" bIns="47504" rtlCol="0" anchor="b"/>
          <a:lstStyle>
            <a:lvl1pPr algn="r">
              <a:defRPr sz="1300"/>
            </a:lvl1pPr>
          </a:lstStyle>
          <a:p>
            <a:pPr>
              <a:defRPr/>
            </a:pPr>
            <a:fld id="{FD3E5851-BAF5-4E62-95DE-5427B7E41E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8FE620E-3DF7-40AB-ADF6-D8AEDA599868}" type="slidenum">
              <a:rPr lang="en-US" smtClean="0"/>
              <a:pPr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8B020-AD13-4B09-B80D-F964BB7A22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8D066-5979-4AD6-B139-5FD87AA04A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FFE86-4E79-46E4-B957-A784DC12D7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95843B-FAB9-473F-B82A-4DF0DDB5FCF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A5E1A-7328-4ACA-8D50-532742E7EDB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EE089-161A-484B-A347-31699CCE3D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5CC16-86C4-47D1-AED9-826DFADE84C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1439D-B88B-4368-AF93-93787774773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A46C4-B585-4F98-882B-8737D861BAA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10B0C-E424-4899-82C4-AA9BCFF40BA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E1AB93-DD88-478A-9DF9-BE9E8CF86C5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5225"/>
            <a:ext cx="31369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5225"/>
            <a:ext cx="23114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63644F8-50C5-414D-AF3E-4ED2433A4D4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2133600" y="762000"/>
            <a:ext cx="1752600" cy="5334000"/>
            <a:chOff x="2514600" y="762000"/>
            <a:chExt cx="1752600" cy="5334000"/>
          </a:xfrm>
        </p:grpSpPr>
        <p:sp>
          <p:nvSpPr>
            <p:cNvPr id="2072" name="Rectangle 4"/>
            <p:cNvSpPr>
              <a:spLocks noChangeArrowheads="1"/>
            </p:cNvSpPr>
            <p:nvPr/>
          </p:nvSpPr>
          <p:spPr bwMode="auto">
            <a:xfrm>
              <a:off x="2514600" y="762000"/>
              <a:ext cx="1752600" cy="5334000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2058" name="Text Box 6"/>
            <p:cNvSpPr txBox="1">
              <a:spLocks noChangeArrowheads="1"/>
            </p:cNvSpPr>
            <p:nvPr/>
          </p:nvSpPr>
          <p:spPr bwMode="auto">
            <a:xfrm>
              <a:off x="2514600" y="3276600"/>
              <a:ext cx="16764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2000" b="1" dirty="0" smtClean="0"/>
                <a:t>02</a:t>
              </a:r>
            </a:p>
            <a:p>
              <a:pPr algn="ctr"/>
              <a:r>
                <a:rPr lang="en-US" sz="2000" b="1" dirty="0" smtClean="0"/>
                <a:t>MASTER FORM</a:t>
              </a:r>
            </a:p>
          </p:txBody>
        </p:sp>
        <p:pic>
          <p:nvPicPr>
            <p:cNvPr id="2060" name="Picture 40" descr="logo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52800" y="5105400"/>
              <a:ext cx="754063" cy="84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1" name="Group 30"/>
          <p:cNvGrpSpPr/>
          <p:nvPr/>
        </p:nvGrpSpPr>
        <p:grpSpPr>
          <a:xfrm>
            <a:off x="228600" y="762000"/>
            <a:ext cx="1752600" cy="5334000"/>
            <a:chOff x="381000" y="762000"/>
            <a:chExt cx="1752600" cy="5334000"/>
          </a:xfrm>
        </p:grpSpPr>
        <p:grpSp>
          <p:nvGrpSpPr>
            <p:cNvPr id="2050" name="Group 59"/>
            <p:cNvGrpSpPr>
              <a:grpSpLocks/>
            </p:cNvGrpSpPr>
            <p:nvPr/>
          </p:nvGrpSpPr>
          <p:grpSpPr bwMode="auto">
            <a:xfrm>
              <a:off x="381000" y="762000"/>
              <a:ext cx="1752600" cy="5334000"/>
              <a:chOff x="457200" y="762000"/>
              <a:chExt cx="1752600" cy="5334000"/>
            </a:xfrm>
          </p:grpSpPr>
          <p:sp>
            <p:nvSpPr>
              <p:cNvPr id="2075" name="Rectangle 4"/>
              <p:cNvSpPr>
                <a:spLocks noChangeArrowheads="1"/>
              </p:cNvSpPr>
              <p:nvPr/>
            </p:nvSpPr>
            <p:spPr bwMode="auto">
              <a:xfrm>
                <a:off x="457200" y="762000"/>
                <a:ext cx="1752600" cy="5334000"/>
              </a:xfrm>
              <a:prstGeom prst="rect">
                <a:avLst/>
              </a:prstGeom>
              <a:noFill/>
              <a:ln w="38100">
                <a:solidFill>
                  <a:srgbClr val="339966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id-ID"/>
              </a:p>
            </p:txBody>
          </p:sp>
          <p:pic>
            <p:nvPicPr>
              <p:cNvPr id="2076" name="Picture 5"/>
              <p:cNvPicPr>
                <a:picLocks noChangeAspect="1" noChangeArrowheads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 bwMode="auto">
              <a:xfrm>
                <a:off x="902800" y="969962"/>
                <a:ext cx="880450" cy="7562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55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1830388"/>
                <a:ext cx="1752600" cy="1077218"/>
              </a:xfrm>
              <a:prstGeom prst="rect">
                <a:avLst/>
              </a:prstGeom>
              <a:gradFill>
                <a:gsLst>
                  <a:gs pos="0">
                    <a:schemeClr val="accent1">
                      <a:shade val="30000"/>
                      <a:satMod val="115000"/>
                    </a:schemeClr>
                  </a:gs>
                  <a:gs pos="50000">
                    <a:schemeClr val="accent1">
                      <a:shade val="67500"/>
                      <a:satMod val="115000"/>
                    </a:schemeClr>
                  </a:gs>
                  <a:gs pos="100000">
                    <a:schemeClr val="accent1">
                      <a:shade val="100000"/>
                      <a:satMod val="115000"/>
                    </a:schemeClr>
                  </a:gs>
                </a:gsLst>
                <a:lin ang="5400000" scaled="0"/>
              </a:gradFill>
              <a:ln w="9525">
                <a:solidFill>
                  <a:schemeClr val="accent5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>
                <a:spAutoFit/>
                <a:scene3d>
                  <a:camera prst="orthographicFront"/>
                  <a:lightRig rig="twoPt" dir="t"/>
                </a:scene3d>
              </a:bodyPr>
              <a:lstStyle/>
              <a:p>
                <a:pPr algn="ctr">
                  <a:defRPr/>
                </a:pPr>
                <a:endParaRPr lang="en-US" sz="1600" b="1" dirty="0"/>
              </a:p>
              <a:p>
                <a:pPr algn="ctr">
                  <a:defRPr/>
                </a:pPr>
                <a:r>
                  <a:rPr lang="en-US" sz="1600" b="1" dirty="0" smtClean="0"/>
                  <a:t>PT. PAULA JAYA</a:t>
                </a:r>
                <a:endParaRPr lang="en-US" sz="1600" b="1" dirty="0"/>
              </a:p>
              <a:p>
                <a:pPr algn="ctr">
                  <a:defRPr/>
                </a:pPr>
                <a:endParaRPr lang="en-US" sz="1600" b="1" dirty="0"/>
              </a:p>
            </p:txBody>
          </p:sp>
          <p:sp>
            <p:nvSpPr>
              <p:cNvPr id="2078" name="Text Box 6"/>
              <p:cNvSpPr txBox="1">
                <a:spLocks noChangeArrowheads="1"/>
              </p:cNvSpPr>
              <p:nvPr/>
            </p:nvSpPr>
            <p:spPr bwMode="auto">
              <a:xfrm>
                <a:off x="457200" y="3266182"/>
                <a:ext cx="1676401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b="1" dirty="0" smtClean="0"/>
                  <a:t>01</a:t>
                </a:r>
              </a:p>
              <a:p>
                <a:pPr algn="ctr"/>
                <a:r>
                  <a:rPr lang="en-US" sz="2000" b="1" dirty="0" smtClean="0"/>
                  <a:t>DAFTAR HADIR</a:t>
                </a:r>
                <a:endParaRPr lang="en-US" sz="2000" b="1" dirty="0" smtClean="0"/>
              </a:p>
            </p:txBody>
          </p:sp>
        </p:grpSp>
        <p:pic>
          <p:nvPicPr>
            <p:cNvPr id="2051" name="Picture 40" descr="logo.jpg"/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371600" y="5181600"/>
              <a:ext cx="754063" cy="847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>
            <a:off x="2700950" y="990600"/>
            <a:ext cx="880450" cy="756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" name="Text Box 6"/>
          <p:cNvSpPr txBox="1">
            <a:spLocks noChangeArrowheads="1"/>
          </p:cNvSpPr>
          <p:nvPr/>
        </p:nvSpPr>
        <p:spPr bwMode="auto">
          <a:xfrm>
            <a:off x="2133600" y="1828800"/>
            <a:ext cx="1752600" cy="1077218"/>
          </a:xfrm>
          <a:prstGeom prst="rect">
            <a:avLst/>
          </a:prstGeom>
          <a:gradFill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0"/>
          </a:gradFill>
          <a:ln w="9525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>
            <a:spAutoFit/>
            <a:scene3d>
              <a:camera prst="orthographicFront"/>
              <a:lightRig rig="twoPt" dir="t"/>
            </a:scene3d>
          </a:bodyPr>
          <a:lstStyle/>
          <a:p>
            <a:pPr algn="ctr">
              <a:defRPr/>
            </a:pPr>
            <a:endParaRPr lang="en-US" sz="1600" b="1" dirty="0"/>
          </a:p>
          <a:p>
            <a:pPr algn="ctr">
              <a:defRPr/>
            </a:pPr>
            <a:r>
              <a:rPr lang="en-US" sz="1600" b="1" dirty="0" smtClean="0"/>
              <a:t>PT. PAULA JAYA</a:t>
            </a:r>
            <a:endParaRPr lang="en-US" sz="1600" b="1" dirty="0"/>
          </a:p>
          <a:p>
            <a:pPr algn="ctr">
              <a:defRPr/>
            </a:pPr>
            <a:endParaRPr lang="en-US" sz="16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1779</TotalTime>
  <Words>15</Words>
  <Application>Microsoft Office PowerPoint</Application>
  <PresentationFormat>A4 Paper (210x297 mm)</PresentationFormat>
  <Paragraphs>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Default Design</vt:lpstr>
      <vt:lpstr>Slide 1</vt:lpstr>
    </vt:vector>
  </TitlesOfParts>
  <Company>PC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Radinal Buchan</dc:creator>
  <cp:lastModifiedBy>user</cp:lastModifiedBy>
  <cp:revision>197</cp:revision>
  <dcterms:created xsi:type="dcterms:W3CDTF">2009-03-06T23:58:11Z</dcterms:created>
  <dcterms:modified xsi:type="dcterms:W3CDTF">2012-12-11T13:22:51Z</dcterms:modified>
</cp:coreProperties>
</file>