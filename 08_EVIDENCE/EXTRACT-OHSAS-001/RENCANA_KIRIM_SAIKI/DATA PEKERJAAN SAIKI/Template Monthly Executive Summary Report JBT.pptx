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2" r:id="rId2"/>
  </p:sldIdLst>
  <p:sldSz cx="12192000" cy="6858000"/>
  <p:notesSz cx="7315200" cy="96012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5B771D-A5D2-6F10-92FA-02908F50A044}" name="Robertus Danu" initials="RD" userId="1824d67ae7dfb8de" providerId="Windows Live"/>
  <p188:author id="{A6DCDB23-287C-7788-BD0F-ABE52187E4AD}" name="ROBERTUS B KEVIN" initials="RK" userId="S::robertus.kevin@365.ugm.ac.id::412d61b4-a400-4e1e-a427-efe9736ce7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F8B"/>
    <a:srgbClr val="3494BA"/>
    <a:srgbClr val="25568B"/>
    <a:srgbClr val="469CCD"/>
    <a:srgbClr val="E5292C"/>
    <a:srgbClr val="E22721"/>
    <a:srgbClr val="142E4B"/>
    <a:srgbClr val="213B83"/>
    <a:srgbClr val="A9BB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5020" autoAdjust="0"/>
  </p:normalViewPr>
  <p:slideViewPr>
    <p:cSldViewPr snapToGrid="0">
      <p:cViewPr varScale="1">
        <p:scale>
          <a:sx n="79" d="100"/>
          <a:sy n="79" d="100"/>
        </p:scale>
        <p:origin x="1003" y="86"/>
      </p:cViewPr>
      <p:guideLst/>
    </p:cSldViewPr>
  </p:slideViewPr>
  <p:outlineViewPr>
    <p:cViewPr>
      <p:scale>
        <a:sx n="33" d="100"/>
        <a:sy n="33" d="100"/>
      </p:scale>
      <p:origin x="0" y="-26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accent1">
                    <a:lumMod val="75000"/>
                  </a:schemeClr>
                </a:solidFill>
              </a:ln>
              <a:effectLst/>
            </c:spPr>
          </c:marker>
          <c:cat>
            <c:numRef>
              <c:f>Sheet1!$A$2:$A$21</c:f>
              <c:numCache>
                <c:formatCode>mmm\-yy</c:formatCode>
                <c:ptCount val="20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  <c:pt idx="12">
                  <c:v>46023</c:v>
                </c:pt>
                <c:pt idx="13">
                  <c:v>46054</c:v>
                </c:pt>
                <c:pt idx="14">
                  <c:v>46082</c:v>
                </c:pt>
                <c:pt idx="15">
                  <c:v>46113</c:v>
                </c:pt>
                <c:pt idx="16">
                  <c:v>46143</c:v>
                </c:pt>
                <c:pt idx="17">
                  <c:v>46174</c:v>
                </c:pt>
                <c:pt idx="18">
                  <c:v>46204</c:v>
                </c:pt>
                <c:pt idx="19">
                  <c:v>46235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9.52</c:v>
                </c:pt>
                <c:pt idx="1">
                  <c:v>12.33</c:v>
                </c:pt>
                <c:pt idx="2">
                  <c:v>12.71</c:v>
                </c:pt>
                <c:pt idx="3">
                  <c:v>18.36</c:v>
                </c:pt>
                <c:pt idx="4">
                  <c:v>26.56</c:v>
                </c:pt>
                <c:pt idx="5">
                  <c:v>27.74</c:v>
                </c:pt>
                <c:pt idx="6">
                  <c:v>29.39</c:v>
                </c:pt>
                <c:pt idx="7">
                  <c:v>41.25</c:v>
                </c:pt>
                <c:pt idx="8">
                  <c:v>47.99</c:v>
                </c:pt>
                <c:pt idx="9">
                  <c:v>52.71</c:v>
                </c:pt>
                <c:pt idx="10">
                  <c:v>61.01</c:v>
                </c:pt>
                <c:pt idx="11">
                  <c:v>67.02</c:v>
                </c:pt>
                <c:pt idx="12">
                  <c:v>68.489999999999995</c:v>
                </c:pt>
                <c:pt idx="13">
                  <c:v>70.03</c:v>
                </c:pt>
                <c:pt idx="14">
                  <c:v>72.430000000000007</c:v>
                </c:pt>
                <c:pt idx="15">
                  <c:v>77.63</c:v>
                </c:pt>
                <c:pt idx="16">
                  <c:v>87.88</c:v>
                </c:pt>
                <c:pt idx="17">
                  <c:v>97.83</c:v>
                </c:pt>
                <c:pt idx="18">
                  <c:v>99.77</c:v>
                </c:pt>
                <c:pt idx="1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B9-4F6A-9A68-B4EC364606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Realisasi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numRef>
              <c:f>Sheet1!$A$2:$A$21</c:f>
              <c:numCache>
                <c:formatCode>mmm\-yy</c:formatCode>
                <c:ptCount val="20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  <c:pt idx="12">
                  <c:v>46023</c:v>
                </c:pt>
                <c:pt idx="13">
                  <c:v>46054</c:v>
                </c:pt>
                <c:pt idx="14">
                  <c:v>46082</c:v>
                </c:pt>
                <c:pt idx="15">
                  <c:v>46113</c:v>
                </c:pt>
                <c:pt idx="16">
                  <c:v>46143</c:v>
                </c:pt>
                <c:pt idx="17">
                  <c:v>46174</c:v>
                </c:pt>
                <c:pt idx="18">
                  <c:v>46204</c:v>
                </c:pt>
                <c:pt idx="19">
                  <c:v>46235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5.5</c:v>
                </c:pt>
                <c:pt idx="1">
                  <c:v>5.86</c:v>
                </c:pt>
                <c:pt idx="2">
                  <c:v>5.99</c:v>
                </c:pt>
                <c:pt idx="3">
                  <c:v>6.25</c:v>
                </c:pt>
                <c:pt idx="4">
                  <c:v>6.72</c:v>
                </c:pt>
                <c:pt idx="5">
                  <c:v>11.71</c:v>
                </c:pt>
                <c:pt idx="6">
                  <c:v>17.579999999999998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B9-4F6A-9A68-B4EC36460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543168"/>
        <c:axId val="213569920"/>
      </c:lineChart>
      <c:dateAx>
        <c:axId val="213543168"/>
        <c:scaling>
          <c:orientation val="minMax"/>
          <c:max val="46266"/>
          <c:min val="45658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213569920"/>
        <c:crosses val="autoZero"/>
        <c:auto val="0"/>
        <c:lblOffset val="100"/>
        <c:baseTimeUnit val="months"/>
        <c:majorUnit val="2"/>
        <c:majorTimeUnit val="months"/>
        <c:minorUnit val="2"/>
        <c:minorTimeUnit val="months"/>
      </c:dateAx>
      <c:valAx>
        <c:axId val="213569920"/>
        <c:scaling>
          <c:orientation val="minMax"/>
          <c:max val="100"/>
        </c:scaling>
        <c:delete val="0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213543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6155184667102856"/>
          <c:y val="4.0446595615266569E-2"/>
          <c:w val="0.27123656324119821"/>
          <c:h val="0.1647329895653546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F20724-3B4F-9B13-8ED1-E86FA4E65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D2FA2-DE1A-0C60-9EFA-13A11519C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B9FD8-FC9F-43CD-9E8A-BEF879A548A2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0BCAB-857F-5E62-5330-E83571CEB5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A6305-F0AB-672E-C120-46418B2237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FF44B-D80C-41C1-878D-201EBFA09E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54087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9742444-6046-4F2C-9563-80C0E594FBE5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AB86F78-EBAC-43A0-B1EF-DA1876C606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61114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 err="1"/>
              <a:t>done</a:t>
            </a:r>
            <a:endParaRPr lang="id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86F78-EBAC-43A0-B1EF-DA1876C6067D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858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2.wdp"/><Relationship Id="rId7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B4FAA5-7AD3-BF57-85EB-42F7D8451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765909"/>
            <a:ext cx="5810250" cy="132618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latin typeface="Futura Md BT" panose="020B0602020204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pic>
        <p:nvPicPr>
          <p:cNvPr id="14" name="Picture 13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577AA53E-29A4-1346-2C48-B185CEE754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10110787" y="67315"/>
            <a:ext cx="1695450" cy="569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96F78A-CA8E-F30F-CF39-10EB00AEB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20475" y="6086475"/>
            <a:ext cx="771525" cy="77152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F3C8EEE0-052C-2658-343F-AC50A0015064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pic>
        <p:nvPicPr>
          <p:cNvPr id="4" name="Google Shape;61;p21" descr="A close up of a sign&#10;&#10;Description automatically generated">
            <a:extLst>
              <a:ext uri="{FF2B5EF4-FFF2-40B4-BE49-F238E27FC236}">
                <a16:creationId xmlns:a16="http://schemas.microsoft.com/office/drawing/2014/main" id="{19C3B0F6-FB94-C1DE-6193-AEF0156FEFB8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053389" y="309227"/>
            <a:ext cx="1771650" cy="2623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E3DB8C5-A13C-66F0-253A-98C3C39A7574}"/>
              </a:ext>
            </a:extLst>
          </p:cNvPr>
          <p:cNvGrpSpPr/>
          <p:nvPr userDrawn="1"/>
        </p:nvGrpSpPr>
        <p:grpSpPr>
          <a:xfrm>
            <a:off x="-114066" y="6337299"/>
            <a:ext cx="4124091" cy="520699"/>
            <a:chOff x="-114066" y="6081266"/>
            <a:chExt cx="4638442" cy="776731"/>
          </a:xfrm>
        </p:grpSpPr>
        <p:pic>
          <p:nvPicPr>
            <p:cNvPr id="10" name="Picture 9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62DB294B-0E19-B508-215B-B3D91B2CCA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6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5C7C48-1ED5-63F2-7D22-617AE80B7FAD}"/>
                </a:ext>
              </a:extLst>
            </p:cNvPr>
            <p:cNvSpPr txBox="1"/>
            <p:nvPr userDrawn="1"/>
          </p:nvSpPr>
          <p:spPr>
            <a:xfrm>
              <a:off x="161925" y="6284968"/>
              <a:ext cx="3862188" cy="505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pic>
        <p:nvPicPr>
          <p:cNvPr id="15" name="Picture 14" descr="A picture containing toy, doll&#10;&#10;Description automatically generated">
            <a:extLst>
              <a:ext uri="{FF2B5EF4-FFF2-40B4-BE49-F238E27FC236}">
                <a16:creationId xmlns:a16="http://schemas.microsoft.com/office/drawing/2014/main" id="{BD6922C4-72D8-2E11-1DD2-ED7C7E2839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862" t="7289" r="15710" b="10888"/>
          <a:stretch/>
        </p:blipFill>
        <p:spPr>
          <a:xfrm>
            <a:off x="7902171" y="1617783"/>
            <a:ext cx="3904066" cy="4041050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8473D2C-F7A3-0E2E-4051-7D07096350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3" y="240156"/>
            <a:ext cx="1861068" cy="40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pattern&#10;&#10;Description automatically generated">
            <a:extLst>
              <a:ext uri="{FF2B5EF4-FFF2-40B4-BE49-F238E27FC236}">
                <a16:creationId xmlns:a16="http://schemas.microsoft.com/office/drawing/2014/main" id="{1EA14188-76B6-0A69-E283-A79762B10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80" t="21539" r="1686" b="71216"/>
          <a:stretch/>
        </p:blipFill>
        <p:spPr>
          <a:xfrm>
            <a:off x="1228725" y="-10355"/>
            <a:ext cx="10963275" cy="429456"/>
          </a:xfrm>
          <a:prstGeom prst="rect">
            <a:avLst/>
          </a:prstGeom>
        </p:spPr>
      </p:pic>
      <p:pic>
        <p:nvPicPr>
          <p:cNvPr id="9" name="Picture 8" descr="A blue rectangle with black border&#10;&#10;Description automatically generated">
            <a:extLst>
              <a:ext uri="{FF2B5EF4-FFF2-40B4-BE49-F238E27FC236}">
                <a16:creationId xmlns:a16="http://schemas.microsoft.com/office/drawing/2014/main" id="{E0931BE6-CA0A-E378-97D2-124467253C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985" y="-110398"/>
            <a:ext cx="2307919" cy="76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99150E-DDB8-1D1C-B951-1B64C626E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7016"/>
            <a:ext cx="10515600" cy="932722"/>
          </a:xfrm>
        </p:spPr>
        <p:txBody>
          <a:bodyPr>
            <a:normAutofit/>
          </a:bodyPr>
          <a:lstStyle>
            <a:lvl1pPr>
              <a:defRPr sz="3600" b="0">
                <a:latin typeface="Futura Md BT" panose="020B06020202040203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4FE5-B4AA-6CDF-C9F6-157B22FB5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1pPr>
            <a:lvl2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  <a:cs typeface="Hind Madurai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  <a:cs typeface="Hind Madurai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  <a:cs typeface="Hind Madurai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5EED67-BCAF-91DF-EA07-8FA34EA9BD3B}"/>
              </a:ext>
            </a:extLst>
          </p:cNvPr>
          <p:cNvGrpSpPr/>
          <p:nvPr userDrawn="1"/>
        </p:nvGrpSpPr>
        <p:grpSpPr>
          <a:xfrm>
            <a:off x="-114066" y="6337300"/>
            <a:ext cx="4124091" cy="520699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586E1C30-18DC-89A5-2575-86C4FE1CD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CD0F0A-10F5-2D8F-69A6-F5218F36E004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892611" cy="505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6BE283A-73A9-C8C5-D8AE-8C0AF66E961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668125" y="6335741"/>
            <a:ext cx="523875" cy="52387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D60C9908-ECBF-D18E-2294-C71099DDF26E}"/>
              </a:ext>
            </a:extLst>
          </p:cNvPr>
          <p:cNvSpPr txBox="1"/>
          <p:nvPr userDrawn="1"/>
        </p:nvSpPr>
        <p:spPr>
          <a:xfrm>
            <a:off x="4027714" y="6474893"/>
            <a:ext cx="7728857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pic>
        <p:nvPicPr>
          <p:cNvPr id="22" name="Google Shape;135;p28" descr="A black and white logo&#10;&#10;Description automatically generated">
            <a:extLst>
              <a:ext uri="{FF2B5EF4-FFF2-40B4-BE49-F238E27FC236}">
                <a16:creationId xmlns:a16="http://schemas.microsoft.com/office/drawing/2014/main" id="{6B0FE3EB-ABD5-5EAF-2E8A-F0C02E188A13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31321" y="42652"/>
            <a:ext cx="1278379" cy="3851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3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86E5-B785-9F7F-02BE-98607B79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1BF5C-C31D-6A45-134B-D1CF65745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3CA91-2E5D-CA79-DF05-AAC892E9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47F2E-054E-6ACA-1EEB-B4B0440B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FC65-AFF4-9EB3-261E-3EC902A5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75171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DF874-3A1D-06A7-09CB-2A8ABAE081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b="90945"/>
          <a:stretch/>
        </p:blipFill>
        <p:spPr>
          <a:xfrm>
            <a:off x="0" y="1361"/>
            <a:ext cx="12192000" cy="61641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60B57-C75F-0145-C7EC-4A216EED2926}"/>
              </a:ext>
            </a:extLst>
          </p:cNvPr>
          <p:cNvGrpSpPr/>
          <p:nvPr userDrawn="1"/>
        </p:nvGrpSpPr>
        <p:grpSpPr>
          <a:xfrm>
            <a:off x="-90136" y="6344787"/>
            <a:ext cx="4124091" cy="520699"/>
            <a:chOff x="-114066" y="6081268"/>
            <a:chExt cx="4638442" cy="776731"/>
          </a:xfrm>
        </p:grpSpPr>
        <p:pic>
          <p:nvPicPr>
            <p:cNvPr id="12" name="Picture 11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76AE89AB-CDE2-EF8F-D8F2-4E0151B86A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01A311-48C3-FF1B-D8F6-22BC84F82B55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533775" cy="505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676FC9-C5D9-C534-67B9-593047BC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717"/>
            <a:ext cx="10515600" cy="937971"/>
          </a:xfrm>
        </p:spPr>
        <p:txBody>
          <a:bodyPr>
            <a:normAutofit/>
          </a:bodyPr>
          <a:lstStyle>
            <a:lvl1pPr>
              <a:defRPr sz="3600">
                <a:latin typeface="Futura Md BT" panose="020B06020202040203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5DB9-BF78-FEF7-D0B1-236A363B8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1pPr>
            <a:lvl2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E2858-60CC-F87A-D068-4AC5A8E9A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1pPr>
            <a:lvl2pPr>
              <a:defRPr>
                <a:latin typeface="Hind Madurai" panose="02000000000000000000" pitchFamily="2" charset="0"/>
                <a:cs typeface="Hind Madurai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  <a:cs typeface="Hind Madurai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DAC25-DC3F-26B4-5D81-CD61D657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14AFE-2816-8A54-7486-ECBBA149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2C9348-52A7-0AAF-5646-111ABFD9B35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68125" y="6335741"/>
            <a:ext cx="523875" cy="523875"/>
          </a:xfrm>
          <a:prstGeom prst="rect">
            <a:avLst/>
          </a:prstGeom>
        </p:spPr>
      </p:pic>
      <p:sp>
        <p:nvSpPr>
          <p:cNvPr id="10" name="object 18">
            <a:extLst>
              <a:ext uri="{FF2B5EF4-FFF2-40B4-BE49-F238E27FC236}">
                <a16:creationId xmlns:a16="http://schemas.microsoft.com/office/drawing/2014/main" id="{FC7A38F1-7001-B89F-A029-3C0E6F3CC34F}"/>
              </a:ext>
            </a:extLst>
          </p:cNvPr>
          <p:cNvSpPr txBox="1"/>
          <p:nvPr userDrawn="1"/>
        </p:nvSpPr>
        <p:spPr>
          <a:xfrm>
            <a:off x="4027714" y="6474893"/>
            <a:ext cx="7728857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37A93A-3FA4-E44A-26C1-6E141E1F5062}"/>
              </a:ext>
            </a:extLst>
          </p:cNvPr>
          <p:cNvGrpSpPr/>
          <p:nvPr userDrawn="1"/>
        </p:nvGrpSpPr>
        <p:grpSpPr>
          <a:xfrm>
            <a:off x="-221945" y="-174756"/>
            <a:ext cx="12607315" cy="932722"/>
            <a:chOff x="-221945" y="-174756"/>
            <a:chExt cx="12607315" cy="932722"/>
          </a:xfrm>
        </p:grpSpPr>
        <p:pic>
          <p:nvPicPr>
            <p:cNvPr id="16" name="Picture 15" descr="A blue rectangle with black border&#10;&#10;Description automatically generated">
              <a:extLst>
                <a:ext uri="{FF2B5EF4-FFF2-40B4-BE49-F238E27FC236}">
                  <a16:creationId xmlns:a16="http://schemas.microsoft.com/office/drawing/2014/main" id="{700DD979-EAA3-C4C5-D086-B0DE9D755F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1945" y="-174756"/>
              <a:ext cx="2709075" cy="932722"/>
            </a:xfrm>
            <a:prstGeom prst="rect">
              <a:avLst/>
            </a:prstGeom>
          </p:spPr>
        </p:pic>
        <p:pic>
          <p:nvPicPr>
            <p:cNvPr id="17" name="Picture 16" descr="A white letter on a black background&#10;&#10;Description automatically generated">
              <a:extLst>
                <a:ext uri="{FF2B5EF4-FFF2-40B4-BE49-F238E27FC236}">
                  <a16:creationId xmlns:a16="http://schemas.microsoft.com/office/drawing/2014/main" id="{90DABECE-EC70-D527-9AE3-58C1DB6DCE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321" y="85949"/>
              <a:ext cx="1676166" cy="400572"/>
            </a:xfrm>
            <a:prstGeom prst="rect">
              <a:avLst/>
            </a:prstGeom>
          </p:spPr>
        </p:pic>
        <p:pic>
          <p:nvPicPr>
            <p:cNvPr id="18" name="Picture 17" descr="A blue rectangle with black border&#10;&#10;Description automatically generated">
              <a:extLst>
                <a:ext uri="{FF2B5EF4-FFF2-40B4-BE49-F238E27FC236}">
                  <a16:creationId xmlns:a16="http://schemas.microsoft.com/office/drawing/2014/main" id="{1B6ACA67-E447-C470-064B-39B3F089AB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76295" y="-174756"/>
              <a:ext cx="2709075" cy="932722"/>
            </a:xfrm>
            <a:prstGeom prst="rect">
              <a:avLst/>
            </a:prstGeom>
          </p:spPr>
        </p:pic>
        <p:pic>
          <p:nvPicPr>
            <p:cNvPr id="19" name="Google Shape;135;p28" descr="A black and white logo&#10;&#10;Description automatically generated">
              <a:extLst>
                <a:ext uri="{FF2B5EF4-FFF2-40B4-BE49-F238E27FC236}">
                  <a16:creationId xmlns:a16="http://schemas.microsoft.com/office/drawing/2014/main" id="{EDAD745E-D7BB-EF92-ABCC-92D61A78D20D}"/>
                </a:ext>
              </a:extLst>
            </p:cNvPr>
            <p:cNvPicPr preferRelativeResize="0"/>
            <p:nvPr userDrawn="1"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531076" y="91503"/>
              <a:ext cx="1458987" cy="43356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5864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BF9613-17B4-9E87-C825-A2C4A7F310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b="90945"/>
          <a:stretch/>
        </p:blipFill>
        <p:spPr>
          <a:xfrm>
            <a:off x="0" y="10886"/>
            <a:ext cx="12192000" cy="670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3E3D86-B712-DC10-8C31-68B55F04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52717"/>
            <a:ext cx="10515600" cy="937971"/>
          </a:xfrm>
        </p:spPr>
        <p:txBody>
          <a:bodyPr>
            <a:normAutofit/>
          </a:bodyPr>
          <a:lstStyle>
            <a:lvl1pPr>
              <a:defRPr sz="3600">
                <a:latin typeface="Futura Md BT" panose="020B06020202040203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C548D-B4AC-1BE1-F5F1-3F0252D46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Futura Md BT" panose="020B06020202040203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5AE1E-316D-7094-7665-3BFD83FB6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latin typeface="Hind Madurai" panose="02000000000000000000" pitchFamily="2" charset="0"/>
                <a:cs typeface="Hind Madurai" panose="02000000000000000000" pitchFamily="2" charset="0"/>
              </a:defRPr>
            </a:lvl1pPr>
            <a:lvl2pPr>
              <a:defRPr sz="2000">
                <a:latin typeface="Hind Madurai" panose="02000000000000000000" pitchFamily="2" charset="0"/>
                <a:cs typeface="Hind Madurai" panose="02000000000000000000" pitchFamily="2" charset="0"/>
              </a:defRPr>
            </a:lvl2pPr>
            <a:lvl3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F5964-360F-26CE-3330-E7BA54D80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Futura Md BT" panose="020B06020202040203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761CE-040B-B9E1-265D-12B20152C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latin typeface="Hind Madurai" panose="02000000000000000000" pitchFamily="2" charset="0"/>
                <a:cs typeface="Hind Madurai" panose="02000000000000000000" pitchFamily="2" charset="0"/>
              </a:defRPr>
            </a:lvl1pPr>
            <a:lvl2pPr>
              <a:defRPr sz="2000">
                <a:latin typeface="Hind Madurai" panose="02000000000000000000" pitchFamily="2" charset="0"/>
                <a:cs typeface="Hind Madurai" panose="02000000000000000000" pitchFamily="2" charset="0"/>
              </a:defRPr>
            </a:lvl2pPr>
            <a:lvl3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B9614-D2A1-794B-3BCF-14F88D3B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92F10-0A26-393C-8261-DDDF72B7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7488FF-FE42-3EB5-5A47-443B3B1993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68125" y="6335741"/>
            <a:ext cx="523875" cy="52387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48C92EB-1066-6A9A-E632-5F93C50208E7}"/>
              </a:ext>
            </a:extLst>
          </p:cNvPr>
          <p:cNvGrpSpPr/>
          <p:nvPr userDrawn="1"/>
        </p:nvGrpSpPr>
        <p:grpSpPr>
          <a:xfrm>
            <a:off x="-90136" y="6344787"/>
            <a:ext cx="4124091" cy="520699"/>
            <a:chOff x="-114066" y="6081268"/>
            <a:chExt cx="4638442" cy="776731"/>
          </a:xfrm>
        </p:grpSpPr>
        <p:pic>
          <p:nvPicPr>
            <p:cNvPr id="18" name="Picture 17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6A812D03-756C-90A3-871D-1B11731C04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21E7BF-FED8-1EE8-06E8-145728D04CF6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865696" cy="505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7" name="object 18">
            <a:extLst>
              <a:ext uri="{FF2B5EF4-FFF2-40B4-BE49-F238E27FC236}">
                <a16:creationId xmlns:a16="http://schemas.microsoft.com/office/drawing/2014/main" id="{8A89E855-1312-70D0-AEA8-6999245FB90B}"/>
              </a:ext>
            </a:extLst>
          </p:cNvPr>
          <p:cNvSpPr txBox="1"/>
          <p:nvPr userDrawn="1"/>
        </p:nvSpPr>
        <p:spPr>
          <a:xfrm>
            <a:off x="4027714" y="6474893"/>
            <a:ext cx="7728857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E52361-7968-FDBD-42BA-32FE718EC895}"/>
              </a:ext>
            </a:extLst>
          </p:cNvPr>
          <p:cNvGrpSpPr/>
          <p:nvPr userDrawn="1"/>
        </p:nvGrpSpPr>
        <p:grpSpPr>
          <a:xfrm>
            <a:off x="-221945" y="-155706"/>
            <a:ext cx="12607315" cy="942247"/>
            <a:chOff x="-221945" y="-155706"/>
            <a:chExt cx="12607315" cy="942247"/>
          </a:xfrm>
        </p:grpSpPr>
        <p:pic>
          <p:nvPicPr>
            <p:cNvPr id="13" name="Picture 12" descr="A blue rectangle with black border&#10;&#10;Description automatically generated">
              <a:extLst>
                <a:ext uri="{FF2B5EF4-FFF2-40B4-BE49-F238E27FC236}">
                  <a16:creationId xmlns:a16="http://schemas.microsoft.com/office/drawing/2014/main" id="{81CB90ED-4BEF-936D-F8EE-E0A22895D9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1945" y="-155706"/>
              <a:ext cx="2709075" cy="932722"/>
            </a:xfrm>
            <a:prstGeom prst="rect">
              <a:avLst/>
            </a:prstGeom>
          </p:spPr>
        </p:pic>
        <p:pic>
          <p:nvPicPr>
            <p:cNvPr id="15" name="Picture 14" descr="A white letter on a black background&#10;&#10;Description automatically generated">
              <a:extLst>
                <a:ext uri="{FF2B5EF4-FFF2-40B4-BE49-F238E27FC236}">
                  <a16:creationId xmlns:a16="http://schemas.microsoft.com/office/drawing/2014/main" id="{A4A54B87-0E2A-7EB4-542E-48EF4D70BE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321" y="85949"/>
              <a:ext cx="1676166" cy="400572"/>
            </a:xfrm>
            <a:prstGeom prst="rect">
              <a:avLst/>
            </a:prstGeom>
          </p:spPr>
        </p:pic>
        <p:pic>
          <p:nvPicPr>
            <p:cNvPr id="20" name="Picture 19" descr="A blue rectangle with black border&#10;&#10;Description automatically generated">
              <a:extLst>
                <a:ext uri="{FF2B5EF4-FFF2-40B4-BE49-F238E27FC236}">
                  <a16:creationId xmlns:a16="http://schemas.microsoft.com/office/drawing/2014/main" id="{5BCDE0CD-59F2-5F06-D1C9-14D1C5D53D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76295" y="-146181"/>
              <a:ext cx="2709075" cy="932722"/>
            </a:xfrm>
            <a:prstGeom prst="rect">
              <a:avLst/>
            </a:prstGeom>
          </p:spPr>
        </p:pic>
        <p:pic>
          <p:nvPicPr>
            <p:cNvPr id="21" name="Google Shape;135;p28" descr="A black and white logo&#10;&#10;Description automatically generated">
              <a:extLst>
                <a:ext uri="{FF2B5EF4-FFF2-40B4-BE49-F238E27FC236}">
                  <a16:creationId xmlns:a16="http://schemas.microsoft.com/office/drawing/2014/main" id="{E5673519-1046-5C2D-495A-D00E72CF7595}"/>
                </a:ext>
              </a:extLst>
            </p:cNvPr>
            <p:cNvPicPr preferRelativeResize="0"/>
            <p:nvPr userDrawn="1"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531076" y="91503"/>
              <a:ext cx="1458987" cy="43356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42253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13;p9" descr="A group of trucks parked in a line&#10;&#10;Description automatically generated">
            <a:extLst>
              <a:ext uri="{FF2B5EF4-FFF2-40B4-BE49-F238E27FC236}">
                <a16:creationId xmlns:a16="http://schemas.microsoft.com/office/drawing/2014/main" id="{D48F8C7D-93A7-7F1C-0A1F-B608ED28459E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>
            <a:alphaModFix/>
          </a:blip>
          <a:srcRect l="61" r="62"/>
          <a:stretch/>
        </p:blipFill>
        <p:spPr>
          <a:xfrm>
            <a:off x="6950402" y="1133474"/>
            <a:ext cx="4912788" cy="49222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970E6-B0B4-0777-86D0-1E0C7864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0CFD-ACE8-1A34-63E8-DF04D862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A4FA3A70-91D2-8B2A-07D2-883474EF9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920287" y="252371"/>
            <a:ext cx="1885950" cy="633341"/>
          </a:xfrm>
          <a:prstGeom prst="rect">
            <a:avLst/>
          </a:prstGeom>
        </p:spPr>
      </p:pic>
      <p:pic>
        <p:nvPicPr>
          <p:cNvPr id="7" name="Picture 6" descr="A blue and black text on a black background&#10;&#10;Description automatically generated">
            <a:extLst>
              <a:ext uri="{FF2B5EF4-FFF2-40B4-BE49-F238E27FC236}">
                <a16:creationId xmlns:a16="http://schemas.microsoft.com/office/drawing/2014/main" id="{F20BBBF6-2752-4C40-5168-BEBACAE64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31012"/>
          <a:stretch/>
        </p:blipFill>
        <p:spPr>
          <a:xfrm>
            <a:off x="247650" y="266700"/>
            <a:ext cx="2009775" cy="56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44BDE-2330-FAB9-A689-F1BCE73CFF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20475" y="6086475"/>
            <a:ext cx="771525" cy="7715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0C24C8F-40C1-D4FF-6F19-443E04A46CE7}"/>
              </a:ext>
            </a:extLst>
          </p:cNvPr>
          <p:cNvGrpSpPr/>
          <p:nvPr userDrawn="1"/>
        </p:nvGrpSpPr>
        <p:grpSpPr>
          <a:xfrm>
            <a:off x="-114066" y="608126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A6602330-D0D9-7918-762E-55C493C0D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C1DF3-6076-167B-CC10-2EB0B6D20387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828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13" name="object 18">
            <a:extLst>
              <a:ext uri="{FF2B5EF4-FFF2-40B4-BE49-F238E27FC236}">
                <a16:creationId xmlns:a16="http://schemas.microsoft.com/office/drawing/2014/main" id="{442D70DD-C9A2-2AF0-C112-54F74C68FBB1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4" name="Google Shape;131;p28">
            <a:extLst>
              <a:ext uri="{FF2B5EF4-FFF2-40B4-BE49-F238E27FC236}">
                <a16:creationId xmlns:a16="http://schemas.microsoft.com/office/drawing/2014/main" id="{F591865E-7470-2F2F-4AFD-84C14AB7A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387" y="2628900"/>
            <a:ext cx="4519083" cy="1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1" i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32;p28">
            <a:extLst>
              <a:ext uri="{FF2B5EF4-FFF2-40B4-BE49-F238E27FC236}">
                <a16:creationId xmlns:a16="http://schemas.microsoft.com/office/drawing/2014/main" id="{8E6F8A1F-BEDE-FA54-73F0-6245603BB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388" y="3922694"/>
            <a:ext cx="4519082" cy="76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94;p33" descr="A blue and red logo&#10;&#10;Description automatically generated">
            <a:extLst>
              <a:ext uri="{FF2B5EF4-FFF2-40B4-BE49-F238E27FC236}">
                <a16:creationId xmlns:a16="http://schemas.microsoft.com/office/drawing/2014/main" id="{09D8E4FB-CC7D-9F91-3C93-2BB4D18C4ACB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5478951" y="1765767"/>
            <a:ext cx="1234097" cy="3372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1;p21" descr="A close up of a sign&#10;&#10;Description automatically generated">
            <a:extLst>
              <a:ext uri="{FF2B5EF4-FFF2-40B4-BE49-F238E27FC236}">
                <a16:creationId xmlns:a16="http://schemas.microsoft.com/office/drawing/2014/main" id="{EE5471BF-2F8C-E2E4-0E2D-5C1FEA8EBE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8053389" y="502605"/>
            <a:ext cx="1771650" cy="26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338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970E6-B0B4-0777-86D0-1E0C7864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0CFD-ACE8-1A34-63E8-DF04D862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A4FA3A70-91D2-8B2A-07D2-883474EF9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920287" y="252371"/>
            <a:ext cx="1885950" cy="633341"/>
          </a:xfrm>
          <a:prstGeom prst="rect">
            <a:avLst/>
          </a:prstGeom>
        </p:spPr>
      </p:pic>
      <p:pic>
        <p:nvPicPr>
          <p:cNvPr id="7" name="Picture 6" descr="A blue and black text on a black background&#10;&#10;Description automatically generated">
            <a:extLst>
              <a:ext uri="{FF2B5EF4-FFF2-40B4-BE49-F238E27FC236}">
                <a16:creationId xmlns:a16="http://schemas.microsoft.com/office/drawing/2014/main" id="{F20BBBF6-2752-4C40-5168-BEBACAE64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31012"/>
          <a:stretch/>
        </p:blipFill>
        <p:spPr>
          <a:xfrm>
            <a:off x="247650" y="266700"/>
            <a:ext cx="2009775" cy="56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44BDE-2330-FAB9-A689-F1BCE73CFF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20475" y="6086475"/>
            <a:ext cx="771525" cy="7715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0C24C8F-40C1-D4FF-6F19-443E04A46CE7}"/>
              </a:ext>
            </a:extLst>
          </p:cNvPr>
          <p:cNvGrpSpPr/>
          <p:nvPr userDrawn="1"/>
        </p:nvGrpSpPr>
        <p:grpSpPr>
          <a:xfrm>
            <a:off x="-114066" y="608126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A6602330-D0D9-7918-762E-55C493C0D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C1DF3-6076-167B-CC10-2EB0B6D20387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846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13" name="object 18">
            <a:extLst>
              <a:ext uri="{FF2B5EF4-FFF2-40B4-BE49-F238E27FC236}">
                <a16:creationId xmlns:a16="http://schemas.microsoft.com/office/drawing/2014/main" id="{442D70DD-C9A2-2AF0-C112-54F74C68FBB1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4" name="Google Shape;131;p28">
            <a:extLst>
              <a:ext uri="{FF2B5EF4-FFF2-40B4-BE49-F238E27FC236}">
                <a16:creationId xmlns:a16="http://schemas.microsoft.com/office/drawing/2014/main" id="{F591865E-7470-2F2F-4AFD-84C14AB7A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387" y="2628900"/>
            <a:ext cx="4519083" cy="1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1" i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32;p28">
            <a:extLst>
              <a:ext uri="{FF2B5EF4-FFF2-40B4-BE49-F238E27FC236}">
                <a16:creationId xmlns:a16="http://schemas.microsoft.com/office/drawing/2014/main" id="{8E6F8A1F-BEDE-FA54-73F0-6245603BB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388" y="3922694"/>
            <a:ext cx="4519082" cy="76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94;p33" descr="A blue and red logo&#10;&#10;Description automatically generated">
            <a:extLst>
              <a:ext uri="{FF2B5EF4-FFF2-40B4-BE49-F238E27FC236}">
                <a16:creationId xmlns:a16="http://schemas.microsoft.com/office/drawing/2014/main" id="{09D8E4FB-CC7D-9F91-3C93-2BB4D18C4ACB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5478951" y="1765767"/>
            <a:ext cx="1234097" cy="3372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05;p8" descr="A group of people standing in front of a factory&#10;&#10;Description automatically generated">
            <a:extLst>
              <a:ext uri="{FF2B5EF4-FFF2-40B4-BE49-F238E27FC236}">
                <a16:creationId xmlns:a16="http://schemas.microsoft.com/office/drawing/2014/main" id="{E4EDBF01-C183-E5DB-8478-4BA335BCC7A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6919101" y="1219201"/>
            <a:ext cx="4887136" cy="4922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1;p21" descr="A close up of a sign&#10;&#10;Description automatically generated">
            <a:extLst>
              <a:ext uri="{FF2B5EF4-FFF2-40B4-BE49-F238E27FC236}">
                <a16:creationId xmlns:a16="http://schemas.microsoft.com/office/drawing/2014/main" id="{A8A84A31-93CC-CC2B-E1B8-DA3C6A8DB00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8053389" y="502605"/>
            <a:ext cx="1771650" cy="26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678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970E6-B0B4-0777-86D0-1E0C7864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0CFD-ACE8-1A34-63E8-DF04D862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A4FA3A70-91D2-8B2A-07D2-883474EF9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920287" y="252371"/>
            <a:ext cx="1885950" cy="633341"/>
          </a:xfrm>
          <a:prstGeom prst="rect">
            <a:avLst/>
          </a:prstGeom>
        </p:spPr>
      </p:pic>
      <p:pic>
        <p:nvPicPr>
          <p:cNvPr id="7" name="Picture 6" descr="A blue and black text on a black background&#10;&#10;Description automatically generated">
            <a:extLst>
              <a:ext uri="{FF2B5EF4-FFF2-40B4-BE49-F238E27FC236}">
                <a16:creationId xmlns:a16="http://schemas.microsoft.com/office/drawing/2014/main" id="{F20BBBF6-2752-4C40-5168-BEBACAE64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31012"/>
          <a:stretch/>
        </p:blipFill>
        <p:spPr>
          <a:xfrm>
            <a:off x="247650" y="266700"/>
            <a:ext cx="2009775" cy="56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44BDE-2330-FAB9-A689-F1BCE73CFF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20475" y="6086475"/>
            <a:ext cx="771525" cy="7715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0C24C8F-40C1-D4FF-6F19-443E04A46CE7}"/>
              </a:ext>
            </a:extLst>
          </p:cNvPr>
          <p:cNvGrpSpPr/>
          <p:nvPr userDrawn="1"/>
        </p:nvGrpSpPr>
        <p:grpSpPr>
          <a:xfrm>
            <a:off x="-114066" y="608126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A6602330-D0D9-7918-762E-55C493C0D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C1DF3-6076-167B-CC10-2EB0B6D20387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8836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13" name="object 18">
            <a:extLst>
              <a:ext uri="{FF2B5EF4-FFF2-40B4-BE49-F238E27FC236}">
                <a16:creationId xmlns:a16="http://schemas.microsoft.com/office/drawing/2014/main" id="{442D70DD-C9A2-2AF0-C112-54F74C68FBB1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4" name="Google Shape;131;p28">
            <a:extLst>
              <a:ext uri="{FF2B5EF4-FFF2-40B4-BE49-F238E27FC236}">
                <a16:creationId xmlns:a16="http://schemas.microsoft.com/office/drawing/2014/main" id="{F591865E-7470-2F2F-4AFD-84C14AB7A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387" y="2628900"/>
            <a:ext cx="4519083" cy="1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1" i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32;p28">
            <a:extLst>
              <a:ext uri="{FF2B5EF4-FFF2-40B4-BE49-F238E27FC236}">
                <a16:creationId xmlns:a16="http://schemas.microsoft.com/office/drawing/2014/main" id="{8E6F8A1F-BEDE-FA54-73F0-6245603BB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388" y="3922694"/>
            <a:ext cx="4519082" cy="76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94;p33" descr="A blue and red logo&#10;&#10;Description automatically generated">
            <a:extLst>
              <a:ext uri="{FF2B5EF4-FFF2-40B4-BE49-F238E27FC236}">
                <a16:creationId xmlns:a16="http://schemas.microsoft.com/office/drawing/2014/main" id="{09D8E4FB-CC7D-9F91-3C93-2BB4D18C4ACB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5478951" y="1765767"/>
            <a:ext cx="1234097" cy="3372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1;p21" descr="A close up of a sign&#10;&#10;Description automatically generated">
            <a:extLst>
              <a:ext uri="{FF2B5EF4-FFF2-40B4-BE49-F238E27FC236}">
                <a16:creationId xmlns:a16="http://schemas.microsoft.com/office/drawing/2014/main" id="{A8A84A31-93CC-CC2B-E1B8-DA3C6A8DB004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8053389" y="502605"/>
            <a:ext cx="1771650" cy="26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45;p13" descr="A red and white truck on a wet road&#10;&#10;Description automatically generated">
            <a:extLst>
              <a:ext uri="{FF2B5EF4-FFF2-40B4-BE49-F238E27FC236}">
                <a16:creationId xmlns:a16="http://schemas.microsoft.com/office/drawing/2014/main" id="{E73CCEC7-9FFB-D07E-8465-A86C3252A43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6919102" y="1219200"/>
            <a:ext cx="4887136" cy="4955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28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0C106FB-0B32-AA54-5087-06BD7A626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colorTemperature colorTemp="8502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b="84972"/>
          <a:stretch/>
        </p:blipFill>
        <p:spPr>
          <a:xfrm>
            <a:off x="0" y="10886"/>
            <a:ext cx="12192000" cy="111223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970E6-B0B4-0777-86D0-1E0C7864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0CFD-ACE8-1A34-63E8-DF04D862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A4FA3A70-91D2-8B2A-07D2-883474EF9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391650" y="133350"/>
            <a:ext cx="2552700" cy="857250"/>
          </a:xfrm>
          <a:prstGeom prst="rect">
            <a:avLst/>
          </a:prstGeom>
        </p:spPr>
      </p:pic>
      <p:pic>
        <p:nvPicPr>
          <p:cNvPr id="7" name="Picture 6" descr="A blue and black text on a black background&#10;&#10;Description automatically generated">
            <a:extLst>
              <a:ext uri="{FF2B5EF4-FFF2-40B4-BE49-F238E27FC236}">
                <a16:creationId xmlns:a16="http://schemas.microsoft.com/office/drawing/2014/main" id="{F20BBBF6-2752-4C40-5168-BEBACAE64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31012"/>
          <a:stretch/>
        </p:blipFill>
        <p:spPr>
          <a:xfrm>
            <a:off x="247650" y="266700"/>
            <a:ext cx="2552700" cy="723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44BDE-2330-FAB9-A689-F1BCE73CFF1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20475" y="6086475"/>
            <a:ext cx="771525" cy="7715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0C24C8F-40C1-D4FF-6F19-443E04A46CE7}"/>
              </a:ext>
            </a:extLst>
          </p:cNvPr>
          <p:cNvGrpSpPr/>
          <p:nvPr userDrawn="1"/>
        </p:nvGrpSpPr>
        <p:grpSpPr>
          <a:xfrm>
            <a:off x="-114066" y="608126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A6602330-D0D9-7918-762E-55C493C0D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C1DF3-6076-167B-CC10-2EB0B6D20387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53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26D242-359F-44C3-64A5-BB89564F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943352"/>
            <a:ext cx="5715000" cy="1185164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Futura Md BT" panose="020B06020202040203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4" name="object 18">
            <a:extLst>
              <a:ext uri="{FF2B5EF4-FFF2-40B4-BE49-F238E27FC236}">
                <a16:creationId xmlns:a16="http://schemas.microsoft.com/office/drawing/2014/main" id="{C1777B35-C168-3859-F0D4-5A1EB17E3D5B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682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DE5BC7B-A6E6-4A13-7976-D8A5AA73A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391" b="35805"/>
          <a:stretch/>
        </p:blipFill>
        <p:spPr>
          <a:xfrm>
            <a:off x="0" y="2631626"/>
            <a:ext cx="12192000" cy="197450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3C243-BA45-73AE-9586-737C1EFA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24847-BA79-E3D9-E556-4779CFE9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B2F34CB8-8316-2CDB-B222-6E1CC260B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391650" y="133350"/>
            <a:ext cx="2552700" cy="857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67B6F4-4B06-4AF6-3834-C7E49AE0D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237" y="6081269"/>
            <a:ext cx="776732" cy="77673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FB338F1-378D-D02B-0297-C048FAA843DC}"/>
              </a:ext>
            </a:extLst>
          </p:cNvPr>
          <p:cNvGrpSpPr/>
          <p:nvPr userDrawn="1"/>
        </p:nvGrpSpPr>
        <p:grpSpPr>
          <a:xfrm>
            <a:off x="-114066" y="606221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4509201E-B57F-D4E8-17F6-1367613A4E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68ADD2-A73F-6319-5B4A-F2EC73AC2BFD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9020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 sz="1600" b="1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F695C81-132D-C7D0-23EE-0F6D8486D894}"/>
              </a:ext>
            </a:extLst>
          </p:cNvPr>
          <p:cNvSpPr txBox="1"/>
          <p:nvPr userDrawn="1"/>
        </p:nvSpPr>
        <p:spPr>
          <a:xfrm>
            <a:off x="3950834" y="1701038"/>
            <a:ext cx="4290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latin typeface="Futura Md BT" panose="020B0602020204020303" pitchFamily="34" charset="0"/>
              </a:rPr>
              <a:t>Terima Kasih</a:t>
            </a:r>
            <a:endParaRPr lang="id-ID" sz="4800" b="1">
              <a:latin typeface="Futura Md BT" panose="020B0602020204020303" pitchFamily="34" charset="0"/>
            </a:endParaRPr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DDED1B93-9B27-55EB-06B8-A00022F3EED5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  <p:pic>
        <p:nvPicPr>
          <p:cNvPr id="9" name="Google Shape;61;p21" descr="A close up of a sign&#10;&#10;Description automatically generated">
            <a:extLst>
              <a:ext uri="{FF2B5EF4-FFF2-40B4-BE49-F238E27FC236}">
                <a16:creationId xmlns:a16="http://schemas.microsoft.com/office/drawing/2014/main" id="{93F4F8AC-E47C-55E4-20EC-DDED1BC2BA4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6891339" y="437720"/>
            <a:ext cx="2324100" cy="381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05C273-8289-74DC-A0A4-AA3957400F7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7" y="244614"/>
            <a:ext cx="2671762" cy="57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8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842957E-F9E4-72A9-D4F4-0BA2713DE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t="64588" b="2816"/>
          <a:stretch/>
        </p:blipFill>
        <p:spPr>
          <a:xfrm>
            <a:off x="0" y="4606021"/>
            <a:ext cx="12201525" cy="22519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B5ACC1-556F-440A-0EA7-6226DAD0FE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6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t="-1" b="64589"/>
          <a:stretch/>
        </p:blipFill>
        <p:spPr>
          <a:xfrm>
            <a:off x="0" y="10886"/>
            <a:ext cx="12192000" cy="26207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E5BC7B-A6E6-4A13-7976-D8A5AA73A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35391" b="35805"/>
          <a:stretch/>
        </p:blipFill>
        <p:spPr>
          <a:xfrm>
            <a:off x="0" y="2631626"/>
            <a:ext cx="12192000" cy="197450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3C243-BA45-73AE-9586-737C1EFA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24847-BA79-E3D9-E556-4779CFE9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  <p:pic>
        <p:nvPicPr>
          <p:cNvPr id="6" name="Picture 5" descr="A logo with red and green squares&#10;&#10;Description automatically generated">
            <a:extLst>
              <a:ext uri="{FF2B5EF4-FFF2-40B4-BE49-F238E27FC236}">
                <a16:creationId xmlns:a16="http://schemas.microsoft.com/office/drawing/2014/main" id="{B2F34CB8-8316-2CDB-B222-6E1CC260B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21725"/>
          <a:stretch/>
        </p:blipFill>
        <p:spPr>
          <a:xfrm>
            <a:off x="9391650" y="133350"/>
            <a:ext cx="2552700" cy="857250"/>
          </a:xfrm>
          <a:prstGeom prst="rect">
            <a:avLst/>
          </a:prstGeom>
        </p:spPr>
      </p:pic>
      <p:pic>
        <p:nvPicPr>
          <p:cNvPr id="7" name="Picture 6" descr="A blue and black text on a black background&#10;&#10;Description automatically generated">
            <a:extLst>
              <a:ext uri="{FF2B5EF4-FFF2-40B4-BE49-F238E27FC236}">
                <a16:creationId xmlns:a16="http://schemas.microsoft.com/office/drawing/2014/main" id="{9D25D958-B7F1-47A8-8451-0B9CDAE67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4" b="31012"/>
          <a:stretch/>
        </p:blipFill>
        <p:spPr>
          <a:xfrm>
            <a:off x="247650" y="266700"/>
            <a:ext cx="2552700" cy="72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FB338F1-378D-D02B-0297-C048FAA843DC}"/>
              </a:ext>
            </a:extLst>
          </p:cNvPr>
          <p:cNvGrpSpPr/>
          <p:nvPr userDrawn="1"/>
        </p:nvGrpSpPr>
        <p:grpSpPr>
          <a:xfrm>
            <a:off x="-114066" y="6081268"/>
            <a:ext cx="4638442" cy="776731"/>
            <a:chOff x="-114066" y="6081268"/>
            <a:chExt cx="4638442" cy="776731"/>
          </a:xfrm>
        </p:grpSpPr>
        <p:pic>
          <p:nvPicPr>
            <p:cNvPr id="11" name="Picture 10" descr="A red square with white dots&#10;&#10;Description automatically generated">
              <a:extLst>
                <a:ext uri="{FF2B5EF4-FFF2-40B4-BE49-F238E27FC236}">
                  <a16:creationId xmlns:a16="http://schemas.microsoft.com/office/drawing/2014/main" id="{4509201E-B57F-D4E8-17F6-1367613A4E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4066" y="6081268"/>
              <a:ext cx="4638442" cy="77673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68ADD2-A73F-6319-5B4A-F2EC73AC2BFD}"/>
                </a:ext>
              </a:extLst>
            </p:cNvPr>
            <p:cNvSpPr txBox="1"/>
            <p:nvPr userDrawn="1"/>
          </p:nvSpPr>
          <p:spPr>
            <a:xfrm>
              <a:off x="161925" y="6284967"/>
              <a:ext cx="353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  <a:latin typeface="Futura Md BT" panose="020B0602020204020303" pitchFamily="34" charset="0"/>
                </a:rPr>
                <a:t>www.pertaminapatraniaga.com</a:t>
              </a:r>
              <a:endParaRPr lang="id-ID">
                <a:solidFill>
                  <a:schemeClr val="bg1"/>
                </a:solidFill>
                <a:latin typeface="Futura Md BT" panose="020B06020202040203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367B6F4-4B06-4AF6-3834-C7E49AE0DD0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237" y="6081269"/>
            <a:ext cx="776732" cy="776732"/>
          </a:xfrm>
          <a:prstGeom prst="rect">
            <a:avLst/>
          </a:prstGeom>
        </p:spPr>
      </p:pic>
      <p:sp>
        <p:nvSpPr>
          <p:cNvPr id="3" name="object 18">
            <a:extLst>
              <a:ext uri="{FF2B5EF4-FFF2-40B4-BE49-F238E27FC236}">
                <a16:creationId xmlns:a16="http://schemas.microsoft.com/office/drawing/2014/main" id="{C5AF02E8-74CF-140B-8EA0-942716D2249F}"/>
              </a:ext>
            </a:extLst>
          </p:cNvPr>
          <p:cNvSpPr txBox="1"/>
          <p:nvPr userDrawn="1"/>
        </p:nvSpPr>
        <p:spPr>
          <a:xfrm>
            <a:off x="4591052" y="6474893"/>
            <a:ext cx="6924674" cy="3157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CONFIDENTIAL AND PROPRIETARY. Any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use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of this material without specific permission of PT Pertamina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Patra </a:t>
            </a:r>
            <a:r>
              <a:rPr lang="en-US" sz="1000" spc="-5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Niaga</a:t>
            </a:r>
            <a:r>
              <a:rPr lang="en-US"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– Regional JBT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is </a:t>
            </a:r>
            <a:r>
              <a:rPr sz="1000" spc="-1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strictly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prohibited. Should not be reproduced or redistributed to any other</a:t>
            </a:r>
            <a:r>
              <a:rPr sz="1000" spc="4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 </a:t>
            </a:r>
            <a:r>
              <a:rPr sz="1000" spc="-5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Calibri"/>
              </a:rPr>
              <a:t>person.</a:t>
            </a:r>
            <a:endParaRPr sz="100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196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B74A-D960-8CD4-2600-4D812836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7048-6E39-1C7D-E7BA-0FC30556F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B94E-16B1-7D9C-EB99-423ABE9A3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ACE98-F23A-525B-F733-D227279E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C0691-CB9E-40F8-A29D-B942F628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2B814-5C8D-AAC3-CC7A-375CCDBC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968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D587-4DD7-93CB-2132-5C8CB967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13F81-18B8-0EC8-6FDB-764624278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E342A-E1B8-0242-969D-FBCDCF072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F05B7-7535-E6B4-7844-B8CE6CBC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862A4-0AA8-7E2D-FD78-A131BFFD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B41E-7D8B-2E84-0CE7-26CC1EB1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7945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84DD-24F6-93EA-2C7A-1D7385B8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CB683-2049-BDBE-70ED-A928D66AF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76072-5126-D2D1-1002-F47D9D51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CE5A-6C5A-698E-7FBD-62F9A3AE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9DE27-AF86-A919-0EFB-4CACEB7D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3003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B58FE-EDD6-9B6E-FFCE-CAC6FE912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62DF2-E934-2B64-B24E-31EC64CA7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7104E-17B2-9AF9-59AB-8C4AD2AD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CFFB4-5DA7-AC52-0E65-54092F5D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51836-3A66-E4CD-D990-04DAC636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911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9319A-C2F4-E1C6-2EE0-3A7FBD13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A2A2-4659-CF7E-F804-C7AE4A700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70075"/>
            <a:ext cx="10515600" cy="430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2F3C-E458-B233-04EB-1D85F5977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16633-0CB8-4203-B64F-6D9682CBE8D3}" type="datetimeFigureOut">
              <a:rPr lang="id-ID" smtClean="0"/>
              <a:t>21/08/2025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DB83-7163-DBAC-40DC-50614809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14FD4-1B8E-C63E-E967-F1E05E150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21CCE-F9E3-4185-9F74-5A5C9BF1A01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1523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3" r:id="rId7"/>
    <p:sldLayoutId id="2147483664" r:id="rId8"/>
    <p:sldLayoutId id="2147483660" r:id="rId9"/>
    <p:sldLayoutId id="2147483661" r:id="rId10"/>
    <p:sldLayoutId id="2147483662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E489-AA26-3AD5-FF80-081AB8B3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C5F90291-8387-EB0B-B61B-48B532ED471C}"/>
              </a:ext>
            </a:extLst>
          </p:cNvPr>
          <p:cNvSpPr/>
          <p:nvPr/>
        </p:nvSpPr>
        <p:spPr>
          <a:xfrm>
            <a:off x="9716587" y="67315"/>
            <a:ext cx="2412459" cy="5790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2FBB87-7FD3-70FC-534E-5A2F66C2C4F6}"/>
              </a:ext>
            </a:extLst>
          </p:cNvPr>
          <p:cNvSpPr/>
          <p:nvPr/>
        </p:nvSpPr>
        <p:spPr>
          <a:xfrm>
            <a:off x="297848" y="3476253"/>
            <a:ext cx="3356543" cy="201668"/>
          </a:xfrm>
          <a:prstGeom prst="roundRect">
            <a:avLst/>
          </a:prstGeom>
          <a:solidFill>
            <a:srgbClr val="3494BA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KURVA S</a:t>
            </a:r>
            <a:endParaRPr kumimoji="0" lang="en-ID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35F2F-7315-314D-8CA8-4D27E141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8" y="547771"/>
            <a:ext cx="10515600" cy="572813"/>
          </a:xfrm>
        </p:spPr>
        <p:txBody>
          <a:bodyPr>
            <a:noAutofit/>
          </a:bodyPr>
          <a:lstStyle/>
          <a:p>
            <a:r>
              <a:rPr lang="it-IT" sz="1600" b="1" dirty="0"/>
              <a:t>Judul Pekerjaan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2B5C4-2601-8CB5-0794-FABFDF554F6D}"/>
              </a:ext>
            </a:extLst>
          </p:cNvPr>
          <p:cNvSpPr/>
          <p:nvPr/>
        </p:nvSpPr>
        <p:spPr>
          <a:xfrm>
            <a:off x="309054" y="1095553"/>
            <a:ext cx="3345338" cy="938719"/>
          </a:xfrm>
          <a:prstGeom prst="rect">
            <a:avLst/>
          </a:prstGeom>
          <a:noFill/>
          <a:ln>
            <a:solidFill>
              <a:srgbClr val="3494BA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</a:rPr>
              <a:t>Kontraktor	: PT ...</a:t>
            </a:r>
          </a:p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</a:rPr>
              <a:t>Nilai Kontrak	: IDR </a:t>
            </a:r>
            <a:r>
              <a:rPr lang="nb-NO" sz="1100" b="1" kern="0" dirty="0">
                <a:ln w="0"/>
                <a:solidFill>
                  <a:prstClr val="black"/>
                </a:solidFill>
                <a:latin typeface="Tw Cen MT" panose="020B0602020104020603"/>
              </a:rPr>
              <a:t>...</a:t>
            </a:r>
            <a:endParaRPr kumimoji="0" lang="nb-NO" sz="1100" b="1" i="0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Tw Cen MT" panose="020B0602020104020603"/>
            </a:endParaRPr>
          </a:p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</a:rPr>
              <a:t>Awal MPL	: </a:t>
            </a:r>
            <a:r>
              <a:rPr lang="nb-NO" sz="1100" kern="0" dirty="0">
                <a:ln w="0"/>
                <a:solidFill>
                  <a:prstClr val="black"/>
                </a:solidFill>
                <a:latin typeface="Tw Cen MT" panose="020B0602020104020603"/>
              </a:rPr>
              <a:t>...</a:t>
            </a:r>
            <a:endParaRPr kumimoji="0" lang="nb-NO" sz="1100" b="0" i="0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Tw Cen MT" panose="020B0602020104020603"/>
            </a:endParaRPr>
          </a:p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</a:rPr>
              <a:t>Akhir MPL	: ...</a:t>
            </a:r>
            <a:endParaRPr lang="nb-NO" sz="1100" kern="0" dirty="0">
              <a:ln w="0"/>
              <a:solidFill>
                <a:prstClr val="black"/>
              </a:solidFill>
              <a:latin typeface="Tw Cen MT" panose="020B0602020104020603"/>
            </a:endParaRPr>
          </a:p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100" kern="0" dirty="0">
                <a:ln w="0"/>
                <a:solidFill>
                  <a:prstClr val="black"/>
                </a:solidFill>
                <a:latin typeface="Tw Cen MT" panose="020B0602020104020603"/>
              </a:rPr>
              <a:t>Total MPL	: ... HKal</a:t>
            </a:r>
          </a:p>
        </p:txBody>
      </p:sp>
      <p:graphicFrame>
        <p:nvGraphicFramePr>
          <p:cNvPr id="5" name="Table 39">
            <a:extLst>
              <a:ext uri="{FF2B5EF4-FFF2-40B4-BE49-F238E27FC236}">
                <a16:creationId xmlns:a16="http://schemas.microsoft.com/office/drawing/2014/main" id="{5D2754E6-FE68-2B63-A4B8-81903C017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331516"/>
              </p:ext>
            </p:extLst>
          </p:nvPr>
        </p:nvGraphicFramePr>
        <p:xfrm>
          <a:off x="297848" y="2104387"/>
          <a:ext cx="3356543" cy="1223968"/>
        </p:xfrm>
        <a:graphic>
          <a:graphicData uri="http://schemas.openxmlformats.org/drawingml/2006/table">
            <a:tbl>
              <a:tblPr firstRow="1" bandRow="1"/>
              <a:tblGrid>
                <a:gridCol w="1348071">
                  <a:extLst>
                    <a:ext uri="{9D8B030D-6E8A-4147-A177-3AD203B41FA5}">
                      <a16:colId xmlns:a16="http://schemas.microsoft.com/office/drawing/2014/main" val="1835057749"/>
                    </a:ext>
                  </a:extLst>
                </a:gridCol>
                <a:gridCol w="1132330">
                  <a:extLst>
                    <a:ext uri="{9D8B030D-6E8A-4147-A177-3AD203B41FA5}">
                      <a16:colId xmlns:a16="http://schemas.microsoft.com/office/drawing/2014/main" val="3170645793"/>
                    </a:ext>
                  </a:extLst>
                </a:gridCol>
                <a:gridCol w="876142">
                  <a:extLst>
                    <a:ext uri="{9D8B030D-6E8A-4147-A177-3AD203B41FA5}">
                      <a16:colId xmlns:a16="http://schemas.microsoft.com/office/drawing/2014/main" val="2315739387"/>
                    </a:ext>
                  </a:extLst>
                </a:gridCol>
              </a:tblGrid>
              <a:tr h="271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sz="1100" b="1"/>
                        <a:t>Progress</a:t>
                      </a:r>
                      <a:endParaRPr lang="en-ID" sz="1100" b="1"/>
                    </a:p>
                  </a:txBody>
                  <a:tcPr>
                    <a:lnL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6F8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sz="1100" b="1" dirty="0" err="1"/>
                        <a:t>Fisik</a:t>
                      </a:r>
                      <a:r>
                        <a:rPr lang="en-US" sz="1100" b="1" dirty="0"/>
                        <a:t> </a:t>
                      </a:r>
                      <a:endParaRPr lang="en-ID" sz="11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6F8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sz="1100" b="1" dirty="0"/>
                        <a:t>Finance</a:t>
                      </a:r>
                      <a:endParaRPr lang="en-ID" sz="1100" b="1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6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84567"/>
                  </a:ext>
                </a:extLst>
              </a:tr>
              <a:tr h="271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l"/>
                      <a:r>
                        <a:rPr lang="en-US" sz="1100"/>
                        <a:t>Plan</a:t>
                      </a:r>
                      <a:endParaRPr lang="en-ID" sz="1100"/>
                    </a:p>
                  </a:txBody>
                  <a:tcPr>
                    <a:lnL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sz="1100" dirty="0"/>
                        <a:t>… %</a:t>
                      </a:r>
                      <a:endParaRPr lang="en-ID" sz="1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endParaRPr lang="en-ID" sz="11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119175"/>
                  </a:ext>
                </a:extLst>
              </a:tr>
              <a:tr h="3336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l"/>
                      <a:r>
                        <a:rPr lang="en-US" sz="1100" dirty="0" err="1"/>
                        <a:t>Realisasi</a:t>
                      </a:r>
                      <a:endParaRPr lang="en-ID" sz="1100" dirty="0"/>
                    </a:p>
                  </a:txBody>
                  <a:tcPr>
                    <a:lnL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sz="1100" dirty="0"/>
                        <a:t>… %</a:t>
                      </a:r>
                      <a:endParaRPr lang="en-ID" sz="1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endParaRPr lang="en-ID" sz="110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556556"/>
                  </a:ext>
                </a:extLst>
              </a:tr>
              <a:tr h="34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l"/>
                      <a:r>
                        <a:rPr lang="en-US" sz="1100" dirty="0" err="1"/>
                        <a:t>Deviasi</a:t>
                      </a:r>
                      <a:endParaRPr lang="en-ID" sz="1100" dirty="0"/>
                    </a:p>
                  </a:txBody>
                  <a:tcPr>
                    <a:lnL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ID" sz="1100" dirty="0">
                          <a:solidFill>
                            <a:srgbClr val="FF0000"/>
                          </a:solidFill>
                        </a:rPr>
                        <a:t>… %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endParaRPr lang="en-ID" sz="11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8B6C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5233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B7DEB3B-183F-F0B0-9AE9-F41FA714C2AC}"/>
              </a:ext>
            </a:extLst>
          </p:cNvPr>
          <p:cNvSpPr/>
          <p:nvPr/>
        </p:nvSpPr>
        <p:spPr>
          <a:xfrm>
            <a:off x="3736566" y="1344817"/>
            <a:ext cx="2753514" cy="1983538"/>
          </a:xfrm>
          <a:prstGeom prst="rect">
            <a:avLst/>
          </a:prstGeom>
          <a:noFill/>
          <a:ln>
            <a:solidFill>
              <a:srgbClr val="3494BA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 kern="0" dirty="0">
              <a:ln w="0"/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629D35-1FB8-7837-F5E8-E63BC1C87866}"/>
              </a:ext>
            </a:extLst>
          </p:cNvPr>
          <p:cNvSpPr/>
          <p:nvPr/>
        </p:nvSpPr>
        <p:spPr>
          <a:xfrm>
            <a:off x="3736566" y="1095554"/>
            <a:ext cx="8392480" cy="156136"/>
          </a:xfrm>
          <a:prstGeom prst="roundRect">
            <a:avLst/>
          </a:prstGeom>
          <a:solidFill>
            <a:srgbClr val="3494BA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DOKUMENTASI PEKERJAAN</a:t>
            </a:r>
            <a:endParaRPr kumimoji="0" lang="en-ID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69B29A-C30B-CADB-358F-65B575AA27F7}"/>
              </a:ext>
            </a:extLst>
          </p:cNvPr>
          <p:cNvSpPr/>
          <p:nvPr/>
        </p:nvSpPr>
        <p:spPr>
          <a:xfrm>
            <a:off x="6546886" y="1351925"/>
            <a:ext cx="2753514" cy="1983538"/>
          </a:xfrm>
          <a:prstGeom prst="rect">
            <a:avLst/>
          </a:prstGeom>
          <a:noFill/>
          <a:ln>
            <a:solidFill>
              <a:srgbClr val="3494BA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 kern="0" dirty="0">
              <a:ln w="0"/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406603-7313-E06B-4CEA-29FC0D6D28BE}"/>
              </a:ext>
            </a:extLst>
          </p:cNvPr>
          <p:cNvSpPr/>
          <p:nvPr/>
        </p:nvSpPr>
        <p:spPr>
          <a:xfrm>
            <a:off x="9375532" y="1351925"/>
            <a:ext cx="2753514" cy="1983538"/>
          </a:xfrm>
          <a:prstGeom prst="rect">
            <a:avLst/>
          </a:prstGeom>
          <a:noFill/>
          <a:ln>
            <a:solidFill>
              <a:srgbClr val="3494BA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5413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 kern="0" dirty="0">
              <a:ln w="0"/>
              <a:solidFill>
                <a:prstClr val="black"/>
              </a:solidFill>
              <a:latin typeface="Tw Cen MT" panose="020B0602020104020603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9180D9-C385-4F0C-682B-C2D47F79932E}"/>
              </a:ext>
            </a:extLst>
          </p:cNvPr>
          <p:cNvGrpSpPr/>
          <p:nvPr/>
        </p:nvGrpSpPr>
        <p:grpSpPr>
          <a:xfrm>
            <a:off x="3753294" y="3476254"/>
            <a:ext cx="2669728" cy="1986771"/>
            <a:chOff x="3753294" y="3476254"/>
            <a:chExt cx="2669728" cy="19867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42BFD77-486A-2768-B77F-ADFEEEE2B588}"/>
                </a:ext>
              </a:extLst>
            </p:cNvPr>
            <p:cNvSpPr/>
            <p:nvPr/>
          </p:nvSpPr>
          <p:spPr>
            <a:xfrm>
              <a:off x="3753294" y="3476254"/>
              <a:ext cx="2669728" cy="201668"/>
            </a:xfrm>
            <a:prstGeom prst="roundRect">
              <a:avLst/>
            </a:prstGeom>
            <a:solidFill>
              <a:srgbClr val="3494B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w Cen MT" panose="020B0602020104020603"/>
                  <a:ea typeface="+mn-ea"/>
                  <a:cs typeface="+mn-cs"/>
                </a:rPr>
                <a:t>STATUS/PROGRESS</a:t>
              </a:r>
              <a:endParaRPr kumimoji="0" lang="en-ID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0768FB-027C-A71B-FE8F-8FF1EFC95ED5}"/>
                </a:ext>
              </a:extLst>
            </p:cNvPr>
            <p:cNvSpPr/>
            <p:nvPr/>
          </p:nvSpPr>
          <p:spPr>
            <a:xfrm>
              <a:off x="3788757" y="3677921"/>
              <a:ext cx="2599196" cy="1785104"/>
            </a:xfrm>
            <a:prstGeom prst="rect">
              <a:avLst/>
            </a:prstGeom>
            <a:noFill/>
            <a:ln>
              <a:solidFill>
                <a:srgbClr val="3494BA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marL="228600" marR="0" lvl="0" indent="-22860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nb-NO" sz="1100" kern="0" dirty="0">
                  <a:ln w="0"/>
                  <a:solidFill>
                    <a:prstClr val="black"/>
                  </a:solidFill>
                  <a:latin typeface="Tw Cen MT" panose="020B0602020104020603"/>
                </a:rPr>
                <a:t>...</a:t>
              </a: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D3FFBB1-C64E-6282-6B18-BD561A1E39E9}"/>
              </a:ext>
            </a:extLst>
          </p:cNvPr>
          <p:cNvGrpSpPr/>
          <p:nvPr/>
        </p:nvGrpSpPr>
        <p:grpSpPr>
          <a:xfrm>
            <a:off x="6552214" y="3476254"/>
            <a:ext cx="2669728" cy="1986771"/>
            <a:chOff x="3753294" y="3476254"/>
            <a:chExt cx="2669728" cy="1986771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66E52D5-ADD7-8389-D5A0-A11FE0F7822E}"/>
                </a:ext>
              </a:extLst>
            </p:cNvPr>
            <p:cNvSpPr/>
            <p:nvPr/>
          </p:nvSpPr>
          <p:spPr>
            <a:xfrm>
              <a:off x="3753294" y="3476254"/>
              <a:ext cx="2669728" cy="201668"/>
            </a:xfrm>
            <a:prstGeom prst="roundRect">
              <a:avLst/>
            </a:prstGeom>
            <a:solidFill>
              <a:srgbClr val="3494B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w Cen MT" panose="020B0602020104020603"/>
                </a:rPr>
                <a:t>KENDALA/ISSUE</a:t>
              </a:r>
              <a:endParaRPr kumimoji="0" lang="en-ID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961CD7D-CFC9-2FE2-B55C-D3CFA1916DF4}"/>
                </a:ext>
              </a:extLst>
            </p:cNvPr>
            <p:cNvSpPr/>
            <p:nvPr/>
          </p:nvSpPr>
          <p:spPr>
            <a:xfrm>
              <a:off x="3788757" y="3677921"/>
              <a:ext cx="2599196" cy="1785104"/>
            </a:xfrm>
            <a:prstGeom prst="rect">
              <a:avLst/>
            </a:prstGeom>
            <a:noFill/>
            <a:ln>
              <a:solidFill>
                <a:srgbClr val="3494BA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marL="228600" marR="0" lvl="0" indent="-22860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nb-NO" sz="1100" kern="0" dirty="0">
                  <a:ln w="0"/>
                  <a:solidFill>
                    <a:prstClr val="black"/>
                  </a:solidFill>
                  <a:latin typeface="Tw Cen MT" panose="020B0602020104020603"/>
                </a:rPr>
                <a:t>...</a:t>
              </a: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84BED99-761D-1012-2AB9-A820D4286825}"/>
              </a:ext>
            </a:extLst>
          </p:cNvPr>
          <p:cNvGrpSpPr/>
          <p:nvPr/>
        </p:nvGrpSpPr>
        <p:grpSpPr>
          <a:xfrm>
            <a:off x="9345563" y="3476254"/>
            <a:ext cx="2669728" cy="1986771"/>
            <a:chOff x="3753294" y="3476254"/>
            <a:chExt cx="2669728" cy="1986771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D2BB1AA-005E-F016-1D47-0143413E2EC1}"/>
                </a:ext>
              </a:extLst>
            </p:cNvPr>
            <p:cNvSpPr/>
            <p:nvPr/>
          </p:nvSpPr>
          <p:spPr>
            <a:xfrm>
              <a:off x="3753294" y="3476254"/>
              <a:ext cx="2669728" cy="201668"/>
            </a:xfrm>
            <a:prstGeom prst="roundRect">
              <a:avLst/>
            </a:prstGeom>
            <a:solidFill>
              <a:srgbClr val="3494B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w Cen MT" panose="020B0602020104020603"/>
                  <a:ea typeface="+mn-ea"/>
                  <a:cs typeface="+mn-cs"/>
                </a:rPr>
                <a:t>TINDAK LANJUT</a:t>
              </a:r>
              <a:endParaRPr kumimoji="0" lang="en-ID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08CB65-B284-2C4E-D37A-6532F519BD2A}"/>
                </a:ext>
              </a:extLst>
            </p:cNvPr>
            <p:cNvSpPr/>
            <p:nvPr/>
          </p:nvSpPr>
          <p:spPr>
            <a:xfrm>
              <a:off x="3788757" y="3677921"/>
              <a:ext cx="2599196" cy="1785104"/>
            </a:xfrm>
            <a:prstGeom prst="rect">
              <a:avLst/>
            </a:prstGeom>
            <a:noFill/>
            <a:ln>
              <a:solidFill>
                <a:srgbClr val="3494BA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marL="228600" marR="0" lvl="0" indent="-22860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nb-NO" sz="1100" kern="0" dirty="0">
                  <a:ln w="0"/>
                  <a:solidFill>
                    <a:prstClr val="black"/>
                  </a:solidFill>
                  <a:latin typeface="Tw Cen MT" panose="020B0602020104020603"/>
                </a:rPr>
                <a:t>...</a:t>
              </a: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  <a:p>
              <a:pPr marR="0" lvl="0" defTabSz="54133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nb-NO" sz="1100" kern="0" dirty="0">
                <a:ln w="0"/>
                <a:solidFill>
                  <a:prstClr val="black"/>
                </a:solidFill>
                <a:latin typeface="Tw Cen MT" panose="020B0602020104020603"/>
              </a:endParaRPr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C4C82CD-79B8-0128-7CB1-EF49D3977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583833"/>
              </p:ext>
            </p:extLst>
          </p:nvPr>
        </p:nvGraphicFramePr>
        <p:xfrm>
          <a:off x="40056" y="3728540"/>
          <a:ext cx="3735927" cy="2343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8172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b2b67-4cd3-42cf-a5c3-a63aaf5245ac}" enabled="0" method="" siteId="{14bb2b67-4cd3-42cf-a5c3-a63aaf5245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58</Words>
  <Application>Microsoft Office PowerPoint</Application>
  <PresentationFormat>Widescreen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Futura Md BT</vt:lpstr>
      <vt:lpstr>Hind Madurai</vt:lpstr>
      <vt:lpstr>Poppins</vt:lpstr>
      <vt:lpstr>Roboto</vt:lpstr>
      <vt:lpstr>Tw Cen MT</vt:lpstr>
      <vt:lpstr>Office Theme</vt:lpstr>
      <vt:lpstr>Judul Pekerjaan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ROBERTUS B KEVIN</dc:creator>
  <cp:lastModifiedBy>Efron Franssius Halomoan Sirait</cp:lastModifiedBy>
  <cp:revision>16</cp:revision>
  <cp:lastPrinted>2024-06-23T15:20:47Z</cp:lastPrinted>
  <dcterms:created xsi:type="dcterms:W3CDTF">2023-11-15T13:25:14Z</dcterms:created>
  <dcterms:modified xsi:type="dcterms:W3CDTF">2025-08-21T11:40:54Z</dcterms:modified>
</cp:coreProperties>
</file>